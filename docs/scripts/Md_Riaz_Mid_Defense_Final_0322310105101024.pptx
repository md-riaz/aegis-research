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democratizes access to the data. The problem is how current systems close that gap: most let a large language model generate the SQL directly. I call this the direct execution paradigm, and it creates a paradox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five representative text-to-SQL systems spanning the major approaches in this space. RAT-SQL introduced schema-aware encoding for cross-domain generalization. PICARD uses constrained decoding to reject invalid SQL tokens during generation. BIRD is a large-scale benchmark emphasizing value grounding on production-scale databases. G-SQL adds rule guidance with multi-stage checking, and TriSQL uses dynamic multi-stage refinement. What's common across all five, despite different techniques, is the last column: every one of them still ends with the model authoring a raw SQL string, and none offers an execution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Reading down the table: the classic text-to-SQL systems - Spider, BIRD, Seq2SQL, RAT-SQL, PICARD, NaLIR - all handle NL parsing and nothing else. nl4dv adds visualization. DashBot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my own formative study found that 61% of real reporting requests are repeats of something asked before.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execution governance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governance.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two finite registries - approved metrics and approved dimensions - so every reachable query becomes a bounded pair from those two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instantiates this with 15 metrics and 34 dimensions across 11 join paths, touching 12 of the schema's 126 tables - the other 114 are system, CMS, and permission tables with no analytics relevance, so their exclusion is the access-control mechanism working exactly as the formal model predicts, not a coverage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Auditability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security and governance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database governance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dissertation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sz="2100" b="1">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Gap 1:</a:t>
            </a:r>
            <a:r>
              <a:rPr sz="1400">
                <a:solidFill>
                  <a:srgbClr val="333333"/>
                </a:solidFill>
                <a:latin typeface="Times New Roman"/>
              </a:rPr>
              <a:t> No system combines a semantic layer with safe SQL</a:t>
            </a:r>
          </a:p>
          <a:p>
            <a:pPr marL="457200" indent="0">
              <a:lnSpc>
                <a:spcPct val="108000"/>
              </a:lnSpc>
              <a:spcBef>
                <a:spcPts val="0"/>
              </a:spcBef>
              <a:spcAft>
                <a:spcPts val="800"/>
              </a:spcAft>
            </a:pPr>
            <a:r>
              <a:rPr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sz="1500" b="1">
                <a:solidFill>
                  <a:srgbClr val="003366"/>
                </a:solidFill>
                <a:latin typeface="Times New Roman"/>
              </a:rPr>
              <a:t>Gap 2:</a:t>
            </a:r>
            <a:r>
              <a:rPr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a:solidFill>
                  <a:srgbClr val="003366"/>
                </a:solidFill>
                <a:latin typeface="Times New Roman"/>
              </a:rPr>
              <a:t>Gap 3:</a:t>
            </a:r>
            <a:r>
              <a:rPr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a:solidFill>
                  <a:srgbClr val="003366"/>
                </a:solidFill>
                <a:latin typeface="Times New Roman"/>
              </a:rPr>
              <a:t>Gap 4:</a:t>
            </a:r>
            <a:r>
              <a:rPr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i="1" sz="1200">
                <a:solidFill>
                  <a:srgbClr val="5F5F5F"/>
                </a:solidFill>
                <a:latin typeface="Times New Roman"/>
              </a:rPr>
              <a:t>Every reviewed system treats a query as a one-off interaction, even though 61% of real reporting requests are recurring.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Auditable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