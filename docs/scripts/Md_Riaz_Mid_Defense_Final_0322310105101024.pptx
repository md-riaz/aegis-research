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five representative text-to-SQL systems spanning the major approaches in this space. RAT-SQL introduced schema-aware encoding for cross-domain generalization. PICARD uses constrained decoding to reject invalid SQL tokens during generation. BIRD is a large-scale benchmark emphasizing value grounding on production-scale databases. G-SQL adds rule guidance with multi-stage checking, and TriSQL uses dynamic multi-stage refinement. What's common across all five, despite different techniques, is the last column: every one of them still ends with the model authoring a raw SQL string, and none offers an execution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Reading down the table: the classic text-to-SQL systems - Spider, BIRD, Seq2SQL, RAT-SQL, PICARD, NaLIR - all handle NL parsing and nothing else. nl4dv adds visualization. DashBot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my own formative study found that 61% of real reporting requests are repeats of something asked before.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execution governance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governance.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two finite registries - approved metrics and approved dimensions - so every reachable query becomes a bounded pair from those two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and 34 dimensions across 11 join paths, touching 12 of the schema's 126 tables - the other 114 are system, CMS, and permission tables with no analytics relevance, so their exclusion is the access-control mechanism working exactly as the formal model predicts, not a coverage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at this point is: why not just use a more capable model and let it write SQL directly? The honest answer is that a stronger model probably would write better SQL more often - AEGIS isn't competing on that axis. It optimizes for a different set of properties. Query flexibility is bounded rather than unlimited, but the safety guarantee becomes structural rather than probabilistic. Metric consistency is enforced by the semantic layer rather than depending on how someone phrases a prompt. Checking the system's behavior becomes easy - you inspect a fixed set of metrics and dimensions rather than every generated query. Permission enforcement is built in rather than external. And cost per query is lower, because you don't need a frontier model. So the choice isn't which system is smarter - it's which properties matter for the deployment context, and for institutional reporting, I'd argue structural guarantees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benchmark of 100 analytical queries spanning all 11 core primitives, plus 20 adversarial prompt-injection queries designed to attempt unauthorized DML or DDL execution. I'm comparing AEGIS against four baselines to isolate exactly which part of the architecture is responsible for which gain: B1, direct LLM-to-SQL with no semantic layer at all; B2, a decomposed LLM using chain-of-thought entity extraction before generating SQL; B3, a template-only system using keyword matching with no LLM; and B4, AEGIS itself with the semantic layer bypassed, to isolate its individual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I'll report at the final defense. Unsafe query execution rate, measuring security and governance - I expect zero unauthorized DML or DDL emissions even under the adversarial queries. Query execution validity, measuring whether the compiled SQL runs without syntax errors or hallucinated joins. Semantic term coverage, measuring how accurately natural language phrases map onto the whitelisted vocabulary. And inference and compilation latency, measuring whether response time stays acceptable for an interactive tool. I want to be clear that the actual numbers aren't final yet - that's the 40% of evaluation work still in progress - so what's shown here is the expected direction of each metric,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database governance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dissertation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Core Problem:</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Gap 1:</a:t>
            </a:r>
            <a:r>
              <a:rPr sz="1400">
                <a:solidFill>
                  <a:srgbClr val="333333"/>
                </a:solidFill>
                <a:latin typeface="Times New Roman"/>
              </a:rPr>
              <a:t> No system combines a semantic layer with safe SQL</a:t>
            </a:r>
          </a:p>
          <a:p>
            <a:pPr marL="457200" indent="0">
              <a:lnSpc>
                <a:spcPct val="108000"/>
              </a:lnSpc>
              <a:spcBef>
                <a:spcPts val="0"/>
              </a:spcBef>
              <a:spcAft>
                <a:spcPts val="800"/>
              </a:spcAft>
            </a:pPr>
            <a:r>
              <a:rPr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sz="1500" b="1">
                <a:solidFill>
                  <a:srgbClr val="003366"/>
                </a:solidFill>
                <a:latin typeface="Times New Roman"/>
              </a:rPr>
              <a:t>Gap 2:</a:t>
            </a:r>
            <a:r>
              <a:rPr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a:solidFill>
                  <a:srgbClr val="003366"/>
                </a:solidFill>
                <a:latin typeface="Times New Roman"/>
              </a:rPr>
              <a:t>Gap 3:</a:t>
            </a:r>
            <a:r>
              <a:rPr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a:solidFill>
                  <a:srgbClr val="003366"/>
                </a:solidFill>
                <a:latin typeface="Times New Roman"/>
              </a:rPr>
              <a:t>Gap 4:</a:t>
            </a:r>
            <a:r>
              <a:rPr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i="1" sz="1200">
                <a:solidFill>
                  <a:srgbClr val="5F5F5F"/>
                </a:solidFill>
                <a:latin typeface="Times New Roman"/>
              </a:rPr>
              <a:t>Every reviewed system treats a query as a one-off interaction, even though 61% of real reporting requests are recurring.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Deterministic BFS-Based Query Compiler:</a:t>
            </a:r>
            <a:r>
              <a:rPr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Checkable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across NLIDBs, text-to-SQL, visualization, and semantic layers</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Current Scope Boundaries:</a:t>
            </a:r>
          </a:p>
          <a:p>
            <a:pPr marL="256032" indent="-256032">
              <a:lnSpc>
                <a:spcPct val="108000"/>
              </a:lnSpc>
              <a:spcBef>
                <a:spcPts val="300"/>
              </a:spcBef>
              <a:spcAft>
                <a:spcPts val="700"/>
              </a:spcAft>
            </a:pPr>
            <a:r>
              <a:rPr b="1" sz="1700">
                <a:solidFill>
                  <a:srgbClr val="003366"/>
                </a:solidFill>
                <a:latin typeface="Times New Roman"/>
              </a:rPr>
              <a:t>• Closed Vocabulary Constraint:</a:t>
            </a:r>
          </a:p>
          <a:p>
            <a:pPr marL="457200" indent="0">
              <a:lnSpc>
                <a:spcPct val="108000"/>
              </a:lnSpc>
              <a:spcBef>
                <a:spcPts val="0"/>
              </a:spcBef>
              <a:spcAft>
                <a:spcPts val="800"/>
              </a:spcAft>
            </a:pPr>
            <a:r>
              <a:rPr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700">
                <a:solidFill>
                  <a:srgbClr val="003366"/>
                </a:solidFill>
                <a:latin typeface="Times New Roman"/>
              </a:rPr>
              <a:t>• Single-Dialect Compiler Target:</a:t>
            </a:r>
          </a:p>
          <a:p>
            <a:pPr marL="457200" indent="0">
              <a:lnSpc>
                <a:spcPct val="108000"/>
              </a:lnSpc>
              <a:spcBef>
                <a:spcPts val="0"/>
              </a:spcBef>
              <a:spcAft>
                <a:spcPts val="800"/>
              </a:spcAft>
            </a:pPr>
            <a:r>
              <a:rPr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a:solidFill>
                  <a:srgbClr val="003366"/>
                </a:solidFill>
                <a:latin typeface="Times New Roman"/>
              </a:rPr>
              <a:t>Recognized Methodological Trade-Off:</a:t>
            </a:r>
          </a:p>
          <a:p>
            <a:pPr marL="256032" indent="-256032">
              <a:lnSpc>
                <a:spcPct val="108000"/>
              </a:lnSpc>
              <a:spcBef>
                <a:spcPts val="300"/>
              </a:spcBef>
              <a:spcAft>
                <a:spcPts val="700"/>
              </a:spcAft>
            </a:pPr>
            <a:r>
              <a:rPr sz="17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Thesis Dissertation Completion:</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