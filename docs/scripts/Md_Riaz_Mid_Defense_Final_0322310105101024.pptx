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0">
                <a:solidFill>
                  <a:srgbClr val="333333"/>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0">
                <a:solidFill>
                  <a:srgbClr val="333333"/>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Lehmann et al.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Lehmann et al.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Only Lehmann et al. [2] proposes a semantic layer, and it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8140</Words>
  <Application>Microsoft Office PowerPoint</Application>
  <PresentationFormat>Widescreen</PresentationFormat>
  <Paragraphs>518</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2026-08-02T17:40:23Z</dcterms:modified>
</cp:coreProperties>
</file>