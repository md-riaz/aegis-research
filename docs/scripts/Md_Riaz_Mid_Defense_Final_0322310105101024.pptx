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02-Aug-26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Sunday, August 2,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Sunday, August 2,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Sunday, August 2,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Sunday, August 2,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Sunday, August 2,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Sunday, August 2,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Sunday, August 2,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Sunday, August 2,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Sunday, August 2,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Sunday, August 2,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Sunday, August 2,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Sunday, August 2,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 &amp; Vulnerability Types</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 &amp; Vulnerability Types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Vulnerability Class I:</a:t>
            </a:r>
            <a:r>
              <a:rPr sz="1600" b="0" i="0">
                <a:solidFill>
                  <a:srgbClr val="333333"/>
                </a:solidFill>
                <a:latin typeface="Times New Roman"/>
              </a:rPr>
              <a:t> Structural Injection Risk</a:t>
            </a:r>
          </a:p>
          <a:p>
            <a:pPr marL="457200" indent="0">
              <a:lnSpc>
                <a:spcPct val="108000"/>
              </a:lnSpc>
              <a:spcBef>
                <a:spcPts val="0"/>
              </a:spcBef>
              <a:spcAft>
                <a:spcPts val="800"/>
              </a:spcAft>
            </a:pPr>
            <a:r>
              <a:rPr sz="1400" b="0" i="1">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Vulnerability Class II:</a:t>
            </a:r>
            <a:r>
              <a:rPr sz="1600" b="0" i="0">
                <a:solidFill>
                  <a:srgbClr val="333333"/>
                </a:solidFill>
                <a:latin typeface="Times New Roman"/>
              </a:rPr>
              <a:t> Unbounded Schema Hallucination</a:t>
            </a:r>
          </a:p>
          <a:p>
            <a:pPr marL="457200" indent="0">
              <a:lnSpc>
                <a:spcPct val="108000"/>
              </a:lnSpc>
              <a:spcBef>
                <a:spcPts val="0"/>
              </a:spcBef>
              <a:spcAft>
                <a:spcPts val="800"/>
              </a:spcAft>
            </a:pPr>
            <a:r>
              <a:rPr sz="1400" b="0" i="1">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Vulnerability Class III:</a:t>
            </a:r>
            <a:r>
              <a:rPr sz="1600" b="0" i="0">
                <a:solidFill>
                  <a:srgbClr val="333333"/>
                </a:solidFill>
                <a:latin typeface="Times New Roman"/>
              </a:rPr>
              <a:t> Access Control &amp; Context Bypass</a:t>
            </a:r>
          </a:p>
          <a:p>
            <a:pPr marL="457200" indent="0">
              <a:lnSpc>
                <a:spcPct val="108000"/>
              </a:lnSpc>
              <a:spcBef>
                <a:spcPts val="0"/>
              </a:spcBef>
              <a:spcAft>
                <a:spcPts val="800"/>
              </a:spcAft>
            </a:pPr>
            <a:r>
              <a:rPr sz="1400" b="0" i="1">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sz="1100" b="0" i="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Position paper</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Only prior work [2] proposes a semantic layer, and it is a position paper with no working implementation, safety mechanism, or evaluation.</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1" i="0">
                <a:solidFill>
                  <a:srgbClr val="003366"/>
                </a:solidFill>
                <a:latin typeface="Times New Roman"/>
              </a:rPr>
              <a:t>• Research Question 1 (RQ1):</a:t>
            </a:r>
          </a:p>
          <a:p>
            <a:pPr marL="457200" indent="0">
              <a:lnSpc>
                <a:spcPct val="108000"/>
              </a:lnSpc>
              <a:spcBef>
                <a:spcPts val="0"/>
              </a:spcBef>
              <a:spcAft>
                <a:spcPts val="800"/>
              </a:spcAft>
            </a:pPr>
            <a:r>
              <a:rPr sz="1500" b="0" i="1">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sz="1700" b="1" i="0">
                <a:solidFill>
                  <a:srgbClr val="003366"/>
                </a:solidFill>
                <a:latin typeface="Times New Roman"/>
              </a:rPr>
              <a:t>• Research Question 2 (RQ2):</a:t>
            </a:r>
          </a:p>
          <a:p>
            <a:pPr marL="457200" indent="0">
              <a:lnSpc>
                <a:spcPct val="108000"/>
              </a:lnSpc>
              <a:spcBef>
                <a:spcPts val="0"/>
              </a:spcBef>
              <a:spcAft>
                <a:spcPts val="800"/>
              </a:spcAft>
            </a:pPr>
            <a:r>
              <a:rPr sz="1500" b="0" i="1">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sz="1700" b="1" i="0">
                <a:solidFill>
                  <a:srgbClr val="003366"/>
                </a:solidFill>
                <a:latin typeface="Times New Roman"/>
              </a:rPr>
              <a:t>• Research Question 3 (RQ3):</a:t>
            </a:r>
          </a:p>
          <a:p>
            <a:pPr marL="457200" indent="0">
              <a:lnSpc>
                <a:spcPct val="108000"/>
              </a:lnSpc>
              <a:spcBef>
                <a:spcPts val="0"/>
              </a:spcBef>
              <a:spcAft>
                <a:spcPts val="800"/>
              </a:spcAft>
            </a:pPr>
            <a:r>
              <a:rPr sz="1500" b="0" i="1">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restricting LLM emission space.</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8148</Words>
  <Application>Microsoft Office PowerPoint</Application>
  <PresentationFormat>Widescreen</PresentationFormat>
  <Paragraphs>521</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 &amp; Vulnerability Types</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2026-08-02T15:35:20Z</dcterms:modified>
</cp:coreProperties>
</file>