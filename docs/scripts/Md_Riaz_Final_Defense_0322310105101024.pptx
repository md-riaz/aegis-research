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109728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504688"/>
            <a:ext cx="562755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rPr/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rPr/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rPr/>
              <a:t>Final Defense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712463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rPr/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4041648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Md. Riaz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Program: B.Sc. in CSE (Diploma)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ID: 0322310105101024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Batch: 16th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8th Semester / 4th Year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12463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rPr/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041648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Mst. Sahela Rahman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Lecturer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1-7)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1005840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572768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Waiter</a:t>
            </a:r>
            <a:br/>
            <a:r>
              <a:rPr/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87168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Order form</a:t>
            </a:r>
            <a:br/>
            <a:r>
              <a:rPr/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Kitchen</a:t>
            </a:r>
            <a:br/>
            <a:r>
              <a:rPr/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721608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572768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oracle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breadth on 500 fixed natural-language questions, and fidelity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261" y="1572768"/>
            <a:ext cx="8699862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28803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261405"/>
            <a:ext cx="2651760" cy="12801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572768"/>
            <a:ext cx="33375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rPr/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226091"/>
            <a:ext cx="3154680" cy="18098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572768"/>
            <a:ext cx="3200400" cy="54737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rPr/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226091"/>
            <a:ext cx="2971800" cy="1483219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"output_shape": "table"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415606"/>
          <a:ext cx="10286999" cy="12536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and 2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5029200" cy="45516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118969"/>
            <a:ext cx="4937760" cy="2503424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class IntentObject(BaseModel):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intent_class:    IntentClass      # required, 11-value enum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metric_term:     Optional[str]    # an approved metric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dimension_term:  Optional[str]    # an approved dimension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time_term:       Optional[str]    # a phrase, not a date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filters:         List[Filter]     # field / operator /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limit:           Optional[int]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confidence:      Confidence = LOW # absence is not confidence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unmapped_terms:  List[str]        # what it could not account for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There is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572768"/>
            <a:ext cx="5212080" cy="45516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2118969"/>
          <a:ext cx="5166360" cy="2503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804460"/>
            <a:ext cx="10424160" cy="86481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572768"/>
            <a:ext cx="283464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</a:t>
            </a:r>
            <a:br/>
            <a:r>
              <a:rPr/>
              <a:t>metric_term=avg_order_value</a:t>
            </a:r>
            <a:br/>
            <a:r>
              <a:rPr/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572768"/>
            <a:ext cx="2834640" cy="807021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Lookup in semantic layer</a:t>
            </a:r>
            <a:br/>
            <a:r>
              <a:rPr/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572768"/>
            <a:ext cx="233172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Analysis Plan</a:t>
            </a:r>
            <a:br/>
            <a:r>
              <a:rPr/>
              <a:t>pattern=segment</a:t>
            </a:r>
            <a:br/>
            <a:r>
              <a:rPr/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774528"/>
          <a:ext cx="10835640" cy="20614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967522"/>
            <a:ext cx="10241280" cy="701757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1572768"/>
            <a:ext cx="38862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238013"/>
            <a:ext cx="3886200" cy="2258333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{dimension_expr}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{metric_expr}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{base_table}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{join_clauses}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{mandatory_predicates}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{dimension_group_expr}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73752" y="1572768"/>
            <a:ext cx="2331720" cy="507687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2185494"/>
            <a:ext cx="2331720" cy="2275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1572768"/>
            <a:ext cx="41148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85494"/>
            <a:ext cx="4114800" cy="2538436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CASE o.OrderStatusId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10 THEN "Pending"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20 THEN "Processing"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30 THEN "Complete"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40 THEN "Cancelled"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END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AVG(COALESCE(o.OrderTotal, 0))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CASE o.OrderStatusId ... END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1540"/>
            <a:ext cx="10378440" cy="6477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112263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578608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"line_item_revenue",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"category_name"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849624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315968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Product -&gt; OrderItem -&gt; Order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Product_Category_Mapping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2112263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578608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c.Name AS label, SUM(oi.PriceExclTax)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`OrderItem` oi ON o.Id = oi.OrderId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`Product` p   ON oi.ProductId = p.Id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`Category` c  ON pcm.CategoryId = c.Id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1=1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p.Deleted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c.Name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5285231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572768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572768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rPr/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213969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157984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213969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72948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747772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72948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31927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337560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31927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909060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927348"/>
            <a:ext cx="123444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6388" y="3909060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1024128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482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corpus is executed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03000"/>
          <a:ext cx="10515599" cy="2295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499/500 (99.8%)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423/425 (99.5%)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annotation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313/425 (73.6%)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72/75 (96.0%)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3897"/>
            <a:ext cx="10515600" cy="103538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committed intent annotations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of the 500-question corpus.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10312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9,029.89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19,460.15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0.96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1.46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0.22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20.41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3.62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14.02 ms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6008"/>
            <a:ext cx="10515600" cy="15727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Without the Semantic Layer: the Same Model, Unconstrained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781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identical model through the identical gateway, asked to write MySQL directly for the same 500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058947"/>
          <a:ext cx="10515600" cy="1575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880360"/>
                <a:gridCol w="2880360"/>
              </a:tblGrid>
              <a:tr h="40005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Direct LLM-to-SQL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whose SQL executed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365/425 (85.9%)</a:t>
                      </a:r>
                    </a:p>
                  </a:txBody>
                  <a:tcPr marL="64008" marR="64008" marT="27432" marB="27432"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answered anyway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3/75 (4.0%)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25/75 (33.3%)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Queries containing a forbidden construct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 — the compiler cannot emit one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2/500 (0.4%)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787585"/>
            <a:ext cx="10515600" cy="39614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What answering an unanswerable question looks like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273764"/>
          <a:ext cx="10515600" cy="139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354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The question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the unconstrained model returned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"Forecast next month's total sales."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summing past months. It runs, returns a number, and forecasts nothing.</a:t>
                      </a:r>
                    </a:p>
                  </a:txBody>
                  <a:tcPr marL="54864" marR="54864" marT="18288" marB="18288" anchor="ctr"/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"Which customers are likely to churn?"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counting each customer's past orders. No prediction is possible from it.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"Summarize the top complaints in reviews."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Keyword matching over review text, joined with UNION — rejected by the safety scan.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Asked something the data cannot answer, the unconstrained model answers anyway — and the answer looks right.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583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12848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621024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11480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14416"/>
            <a:ext cx="10149840" cy="6217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of the Evaluation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layer is per-deployment, so cross-domain benchmarks such as Spider and BIRD do not apply: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The gateway resolves a model alias per request, so the run is not pinned to one model. Each result row records what served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Limitations I Would Raise First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 I show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seeded catalogue is small: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17 products in 8 categories against 2,500 orders. Order-side reports run at realistic volume, but bestsellers and revenue-by-category agree with nopCommerce over short lists — same compiled SQL, weaker test.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Three of the 75 boundary questions were not declined: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one malformed model reply, and the same carrier-comparison question phrased twice. The model flagged "DHL" and "FedEx" as unmapped and AEGIS answered by shipping method anyway — by design, because a model-reported gap is evidence, not a verdict. That keeps false refusals low and costs exactly this.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corpus, and the differential against the platform's own report logic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rPr/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rPr/>
              <a:t>Questions &amp; Final Defense Discussion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Metric(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label="Average Order 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description="Average revenue per 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sql_expr="AVG(COALESCE(o.OrderTotal, 0))",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required_joins=[],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default_visual="kpi_card",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time_anchor="o.CreatedOnUtc",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Dimension(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label="Order 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sql_expr="CASE o.OrderStatusId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10 THEN 'Pending'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20 THEN 'Processing'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30 THEN 'Complete'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40 THEN 'Cancelled'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"ELSE 'Unknown' END",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datatype="string",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9703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46903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572768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544568"/>
            <a:ext cx="10515600" cy="1691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