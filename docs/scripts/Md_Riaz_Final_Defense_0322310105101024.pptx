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413248"/>
            <a:ext cx="5627553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1-5)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371600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Waiter</a:t>
            </a:r>
            <a:br/>
            <a:r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86000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Order form</a:t>
            </a:r>
            <a:br/>
            <a:r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Kitchen</a:t>
            </a:r>
            <a:br/>
            <a:r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520440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097280"/>
            <a:ext cx="86998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335024"/>
            <a:ext cx="28803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48256"/>
            <a:ext cx="2651760" cy="78638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335024"/>
            <a:ext cx="33375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11680"/>
            <a:ext cx="3154680" cy="12984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335024"/>
            <a:ext cx="3200400" cy="56692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011680"/>
            <a:ext cx="2971800" cy="153619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279392"/>
          <a:ext cx="10286999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to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80160"/>
            <a:ext cx="5029200" cy="4572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828800"/>
            <a:ext cx="4937760" cy="25146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class IntentObject(BaseModel):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limit:           Optional[int]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80160"/>
            <a:ext cx="5212080" cy="4572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1828800"/>
          <a:ext cx="5166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526280"/>
            <a:ext cx="1042416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2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353312"/>
            <a:ext cx="283464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</a:t>
            </a:r>
            <a:br/>
            <a:r>
              <a:t>metric_term=avg_order_value</a:t>
            </a:r>
            <a:br/>
            <a:r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353312"/>
            <a:ext cx="2834640" cy="84124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Lookup in semantic layer</a:t>
            </a:r>
            <a:br/>
            <a:r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353312"/>
            <a:ext cx="233172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Analysis Plan</a:t>
            </a:r>
            <a:br/>
            <a:r>
              <a:t>pattern=segment</a:t>
            </a:r>
            <a:br/>
            <a:r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60604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892040"/>
            <a:ext cx="1024128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98448"/>
            <a:ext cx="315468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993392"/>
            <a:ext cx="4526280" cy="235915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298448"/>
            <a:ext cx="2606040" cy="53035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1938528"/>
            <a:ext cx="2697480" cy="1965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13648" y="1298448"/>
            <a:ext cx="256032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94192" y="1938528"/>
            <a:ext cx="2880360" cy="265176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SELECT CASE o.OrderStatusId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10 THEN "Pending"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20 THEN "Processing"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30 THEN "Complete"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40 THEN "Cancelled"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END AS label,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AVG(COALESCE(o.OrderTotal, 0)) AS value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WHERE o.Deleted = 0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GROUP BY CASE o.OrderStatusId ... END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1037844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43584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178308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249424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"metric_term": "line_item_revenue",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"dimension_term": "category_name"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2044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50" b="1">
                <a:solidFill>
                  <a:srgbClr val="003366"/>
                </a:solidFill>
                <a:latin typeface="Times New Roman"/>
              </a:defRPr>
            </a:pPr>
            <a:r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986784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Product -&gt; OrderItem -&gt; Order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Product_Category_Mapping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1783080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9424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SELECT c.Name AS label, SUM(oi.PriceExclTax) AS value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`OrderItem` oi ON o.Id = oi.OrderId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`Product` p   ON oi.ProductId = p.Id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`Category` c  ON pcm.CategoryId = c.Id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WHERE 1=1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o.Deleted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p.Deleted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GROUP BY c.Name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ORDER BY value DESC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4956048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20240"/>
          <a:ext cx="105155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89120"/>
            <a:ext cx="10515600" cy="10515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810512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61872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01952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31012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803904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- Because the layer is per-deployment, cross-domain benchmarks such as Spider and BIRD do not apply: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Limitations I would raise before the committee does: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those, I show that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Three of the 75 boundary questions were not declined. One was a malformed model reply; the other two are the same question phrased twice, asking to compare two named carriers. The model flagged "DHL" and "FedEx" as unmapped, and AEGIS answered by shipping method anyway — by design, because a model-reported gap is treated as evidence, not a verdict. That choice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The gateway used for intent extraction resolves a model alias per request, so the run is not pinned to a single model. Each result row records what actually served it.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Metric(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id="avg_order_value",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label="Average Order 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description="Average revenue per 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sql_expr="AVG(COALESCE(o.OrderTotal, 0))",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required_joins=[],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default_visual="kpi_card",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time_anchor="o.CreatedOnUtc",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Dimension(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id="order_status",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label="Order 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sql_expr="CASE o.OrderStatusId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10 THEN 'Pending'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20 THEN 'Processing'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30 THEN 'Complete'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40 THEN 'Cancelled'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"ELSE 'Unknown' END",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datatype="string",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3716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15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