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109728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504688"/>
            <a:ext cx="562755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rPr/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rPr/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rPr/>
              <a:t>Final Defense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Md. Riaz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Program: B.Sc. in CSE (Diploma)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ID: 0322310105101024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Batch: 16th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8th Semester / 4th Year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Mst. Sahela Rahman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Lecturer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1-7)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1005840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572768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Waiter</a:t>
            </a:r>
            <a:br/>
            <a:r>
              <a:rPr/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87168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Order form</a:t>
            </a:r>
            <a:br/>
            <a:r>
              <a:rPr/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Kitchen</a:t>
            </a:r>
            <a:br/>
            <a:r>
              <a:rPr/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721608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572768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572768"/>
            <a:ext cx="8699862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28803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61405"/>
            <a:ext cx="2651760" cy="12801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572768"/>
            <a:ext cx="33375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rPr/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226091"/>
            <a:ext cx="3154680" cy="1809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572768"/>
            <a:ext cx="3200400" cy="54737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rPr/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226091"/>
            <a:ext cx="2971800" cy="1483219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"output_shape": "table"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415606"/>
          <a:ext cx="10286999" cy="1253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and 2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5029200" cy="45516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18969"/>
            <a:ext cx="4937760" cy="2503424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class IntentObject(BaseModel):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limit:           Optional[int]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572768"/>
            <a:ext cx="5212080" cy="45516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2118969"/>
          <a:ext cx="5166360" cy="2503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804460"/>
            <a:ext cx="10424160" cy="86481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572768"/>
            <a:ext cx="283464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</a:t>
            </a:r>
            <a:br/>
            <a:r>
              <a:rPr/>
              <a:t>metric_term=avg_order_value</a:t>
            </a:r>
            <a:br/>
            <a:r>
              <a:rPr/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572768"/>
            <a:ext cx="2834640" cy="807021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Lookup in semantic layer</a:t>
            </a:r>
            <a:br/>
            <a:r>
              <a:rPr/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572768"/>
            <a:ext cx="233172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Analysis Plan</a:t>
            </a:r>
            <a:br/>
            <a:r>
              <a:rPr/>
              <a:t>pattern=segment</a:t>
            </a:r>
            <a:br/>
            <a:r>
              <a:rPr/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774528"/>
          <a:ext cx="10835640" cy="20614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967522"/>
            <a:ext cx="10241280" cy="701757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1572768"/>
            <a:ext cx="38862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238013"/>
            <a:ext cx="3886200" cy="2258333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{dimension_expr}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{metric_expr}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{base_table}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{join_clauses}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{mandatory_predicates}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{dimension_group_expr}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3752" y="1572768"/>
            <a:ext cx="2331720" cy="507687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2185494"/>
            <a:ext cx="2331720" cy="2275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572768"/>
            <a:ext cx="4114800" cy="507687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85494"/>
            <a:ext cx="4114800" cy="2538436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CASE o.OrderStatusId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10 THEN "Pending"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20 THEN "Processing"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30 THEN "Complete"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WHEN 40 THEN "Cancelled"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END AS label,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AVG(COALESCE(o.OrderTotal, 0))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CASE o.OrderStatusId ... END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1540"/>
            <a:ext cx="10378440" cy="6477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112263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578608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"line_item_revenue",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"category_name"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849624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315968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Product -&gt; OrderItem -&gt; Order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Product_Category_Mapping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2112263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578608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SELECT c.Name AS label, SUM(oi.PriceExclTax) AS value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`OrderItem` oi ON o.Id = oi.OrderId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`Product` p   ON oi.ProductId = p.Id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LEFT JOIN `Category` c  ON pcm.CategoryId = c.Id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WHERE 1=1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o.Deleted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AND p.Deleted = 0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GROUP BY c.Name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5285231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572768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572768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rPr/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213969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157984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213969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72948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747772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72948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1927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337560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31927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09060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Times New Roman"/>
              </a:defRPr>
            </a:pPr>
            <a:r>
              <a:rPr/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927348"/>
            <a:ext cx="123444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6388" y="3909060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3333"/>
                </a:solidFill>
                <a:latin typeface="Times New Roman"/>
              </a:defRPr>
            </a:pPr>
            <a:r>
              <a:rPr/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1024128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482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03000"/>
          <a:ext cx="10515599" cy="2295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3897"/>
            <a:ext cx="10515600" cy="103538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1031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1.25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0.21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2.54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12.87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6008"/>
            <a:ext cx="10515600" cy="15727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781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058947"/>
          <a:ext cx="10515600" cy="1575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787585"/>
            <a:ext cx="10515600" cy="39614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273764"/>
          <a:ext cx="10515600" cy="139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65836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12848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621024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1148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14416"/>
            <a:ext cx="10149840" cy="6217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of the Evaluation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layer is per-deployment, so cross-domain benchmarks such as Spider and BIRD do not apply: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The gateway resolves a model alias per request, so the run is not pinned to one model. Each result row records what served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Limitations I Would Raise First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 I show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The seeded catalogue is small: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17 products in 8 categories against 2,500 orders. Order-side reports run at realistic volume, but bestsellers and revenue-by-category agree with nopCommerce over short lists — same compiled SQL, weaker test.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- Three of the 75 boundary questions were not declined:</a:t>
            </a:r>
            <a:r>
              <a:rPr b="0" i="0" sz="1500">
                <a:solidFill>
                  <a:srgbClr val="333333"/>
                </a:solidFill>
                <a:latin typeface="Times New Roman"/>
              </a:rPr>
              <a:t> one malformed model reply, and the same carrier-comparison question phrased twice. The model flagged "DHL" and "FedEx" as unmapped and AEGIS answered by shipping method anyway — by design, because a model-reported gap is evidence, not a verdict. That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rPr/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rPr/>
              <a:t>Questions &amp; Final Defense Discussion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Metric(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id="avg_order_value",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label="Average Order Value",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description="Average revenue per 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sql_expr="AVG(COALESCE(o.OrderTotal, 0))",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required_joins=[],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default_visual="kpi_card",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time_anchor="o.CreatedOnUtc",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Dimension(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id="order_status",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label="Order Status",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sql_expr="CASE o.OrderStatusId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10 THEN 'Pending'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20 THEN 'Processing'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30 THEN 'Complete'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40 THEN 'Cancelled' 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     "ELSE 'Unknown' END",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datatype="string",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3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46903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572768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544568"/>
            <a:ext cx="10515600" cy="1691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0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