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B4FF"/>
                </a:solidFill>
              </a:defRPr>
            </a:pPr>
            <a:r>
              <a:t>Natural Language to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A Safe AI-Assisted Reporting and Widget Generation System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Final Year Thesis Proposal Presentation on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Department of Computer Science &amp; Engineering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Pundra University of Science &amp; Technology, Bogura – 5800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Supervised By: Mst. Sahela Rahman (Lecturer, Dept. of CSE, PUB)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Presented By: Md. Riaz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  <a:r>
              <a:t>ID: 0322310105101024 | Batch: 16th | Semester: 7th</a:t>
            </a:r>
          </a:p>
          <a:p>
            <a:pPr algn="ctr">
              <a:defRPr sz="1600">
                <a:solidFill>
                  <a:srgbClr val="F0F0F0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Introduction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Problem Statement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Objectives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Literature Review/ Related Work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What the thesis proposes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Methodology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System Structure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Example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Conclusion &amp; Future Work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Most software dashboards are predefined and developer-dependent.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Non-technical users cannot translate insights into SQL steps.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Free-form LLM-generated SQL is flexible but unsafe.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Need for a safe natural-language-driven reporting workflow.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Traditional reporting delays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Introduction (Con..)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Reporting needs fit into small set of analytics primitives: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Trend → sales over time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Rank → top 5 products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Compare → this month vs last month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Segment → sales by category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KPI → total revenue today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Controlled combinations of trusted reporting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  <p:pic>
        <p:nvPicPr>
          <p:cNvPr id="6" name="Picture 5" descr="safedash_dashboard_preview_1777290576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Unsafe &amp; Unscalable: Raw SQL exposes sensitive data.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Unpredictable: AI-generated SQL ignores business definitions.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Ambiguity: Users struggle to express intent clearly.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Lack of Persistence: Focus is on query generation, not reusable widgets.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No complete end-to-end workflow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Design a natural language interface for reporting.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Predefined semantic layer of trusted business concepts.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Extract structured intent using LLMs.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Safe query compiler using approved templates.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Generate outputs as reusable widgets.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Evaluate correctness, safety, and usability.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Author/Source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0F0F0"/>
                          </a:solidFill>
                        </a:defRPr>
                      </a:pPr>
                      <a:r>
                        <a:t>Findings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NaLIR (2014)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Rule-based NL→SQL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Heavy reliance on clarification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G-SQL (2025)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Schema-aware NL→SQL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Poor complex schema generalization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TriSQL (2026)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Multi-stage LLM SQL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Struggles with complex queries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Conversational BI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Chat-based assistant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Limited scaling/ambiguity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DashBot (2022)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RL for Dashboards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0F0F0"/>
                          </a:solidFill>
                        </a:defRPr>
                      </a:pPr>
                      <a:r>
                        <a:t>Limited real-world use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Evolution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1. NLIDB (Rule-Based) -&gt; NaLIR (2014)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2. Text-to-SQL (ML/DL) -&gt; NLI4DB (2025)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3. LLM-based SQL -&gt; TriSQL (2026)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4. Conversational BI -&gt; IJERT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What This Thesis Proposes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Constraint-based natural language reporting system.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AI for understanding, System for execution.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Structured analysis plan instead of raw SQL.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Compiled using: Approved metrics, dimensions, and relationships.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Output: Widget-ready results (KPI, Table, Chart).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Query Interface -&gt; LLM Intent Parser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Semantic Layer -&gt; AI Analysis Planner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Safe Query Compiler -&gt; Visualization Selector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Widget Engine -&gt; Final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  <p:pic>
        <p:nvPicPr>
          <p:cNvPr id="6" name="Picture 5" descr="safedash_architecture_diagram_1777290529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Relational Schema (e.g., University Management).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Semantic Layer: Metrics, Dimensions, Filters.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Pattern Library: Ranking, Trend, Comparison.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LLM API: Intent extraction (Structured JSON).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Safe Query Compiler &amp; Widget Engine.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Evaluation: Accuracy, Safety, Satisfaction.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Structure: LEGO blocks, not Clay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Metrics: What you measure.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Dimensions: How you slice.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Time Rules &amp; Relationships.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User asks: 'Top 5 products by sales last month'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Maps to: total_sales, product, last_month, rank.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Output: Bar Chart.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  <p:pic>
        <p:nvPicPr>
          <p:cNvPr id="6" name="Picture 5" descr="safedash_lego_analogy_1777292513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AI Freedom in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AI CAN: Rephrase intent, infer context, suggest follow-ups.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AI CANNOT: Invent joins, bypass permissions, hit raw tables.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Freedom of thinking, not acting.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Designed for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Add new metrics/dimensions easily.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Primitives are rare and stable.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Growth by extension, not reinvention.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Similar to Power BI or Tableau evolution.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University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Prompt: 'Show top 5 departments with highest unpaid tuition this semester'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Intent: Ranking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Metric: due_amount (Unpaid tuition)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Dimension: department_name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Time Rule: current_semester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Output: Compiled SQL + Bar Chart + Saved Widget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Safe architecture for natural-language analytics.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AI assists interpretation without controlling execution.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Future: Implement prototype, RAG integration.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Voice controls &amp; Automated alerts.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  <p:pic>
        <p:nvPicPr>
          <p:cNvPr id="6" name="Picture 5" descr="safedash_performance_chart_1777290651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860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B4FF"/>
                </a:solidFill>
              </a:defRPr>
            </a:pPr>
            <a:r>
              <a:t>References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[1] Li &amp; Jagadish (2014) NaLIR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[2] Shalaan et al. (2025) G-SQL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[3] Su et al. (2026) TriSQL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[4] Shailesh et al. (2025) Conversational BI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[5] Deng et al. (2023) DashBot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Thank You. Any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Saturday,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0F0F0"/>
                </a:solidFill>
              </a:defRPr>
            </a:pPr>
            <a:r>
              <a:t>Department of Computer Science &amp; Engineering, PUB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