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Natural Language to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Safe AI-Assisted Reporting and Widget Generation System</a:t>
            </a:r>
          </a:p>
          <a:p/>
          <a:p>
            <a:r>
              <a:t>Md. Riaz</a:t>
            </a:r>
          </a:p>
          <a:p>
            <a:r>
              <a:t>Department of CSE, Pundra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Reporting is Slow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have data, but non-technical staff can't access it easily.</a:t>
            </a:r>
          </a:p>
          <a:p>
            <a:pPr/>
            <a:r>
              <a:t>Average wait time for a new report: 3.2 days.</a:t>
            </a:r>
          </a:p>
          <a:p>
            <a:pPr/>
            <a:r>
              <a:t>61% of requests are just variations of old questions.</a:t>
            </a:r>
          </a:p>
          <a:p>
            <a:pPr/>
            <a:r>
              <a:t>Traditional AI (Text-to-SQL) is risky: it can make mistakes or expose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Goal: SafeDash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 plain English into persistent, reusable widgets.</a:t>
            </a:r>
          </a:p>
          <a:p>
            <a:pPr/>
            <a:r>
              <a:t>Focus on safety: The AI understands the question, but templates build the SQL.</a:t>
            </a:r>
          </a:p>
          <a:p>
            <a:pPr/>
            <a:r>
              <a:t>Dynamic and refreshable: Save once, use every day.</a:t>
            </a:r>
          </a:p>
          <a:p>
            <a:pPr/>
            <a:r>
              <a:t>No manually written synonyms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asks a question in plain English.</a:t>
            </a:r>
          </a:p>
          <a:p>
            <a:pPr/>
            <a:r>
              <a:t>2. AI Parser extracts intent and business terms.</a:t>
            </a:r>
          </a:p>
          <a:p>
            <a:pPr/>
            <a:r>
              <a:t>3. Semantic Layer maps terms to database logic.</a:t>
            </a:r>
          </a:p>
          <a:p>
            <a:pPr/>
            <a:r>
              <a:t>4. Safe Compiler builds SQL from approved templates.</a:t>
            </a:r>
          </a:p>
          <a:p>
            <a:pPr/>
            <a:r>
              <a:t>5. Widget Engine saves the result for reuse.</a:t>
            </a:r>
          </a:p>
        </p:txBody>
      </p:sp>
      <p:pic>
        <p:nvPicPr>
          <p:cNvPr id="4" name="Picture 3" descr="safedash_architecture_diagram_1777290529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Heart: Semantic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Metrics: Revenue, Profit, Order Count.</a:t>
            </a:r>
          </a:p>
          <a:p>
            <a:pPr/>
            <a:r>
              <a:t>Defines Dimensions: Category, Time, Department.</a:t>
            </a:r>
          </a:p>
          <a:p>
            <a:pPr/>
            <a:r>
              <a:t>Join Paths: Pre-approved ways to connect tables.</a:t>
            </a:r>
          </a:p>
          <a:p>
            <a:pPr/>
            <a:r>
              <a:t>Security: Who is allowed to see what.</a:t>
            </a:r>
          </a:p>
          <a:p>
            <a:pPr/>
            <a:r>
              <a:t>Vocabulary Injection: AI sees these terms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way: Write long synonym lists (fragile).</a:t>
            </a:r>
          </a:p>
          <a:p>
            <a:pPr/>
            <a:r>
              <a:t>SafeDash way: Inject approved names + descriptions into the prompt.</a:t>
            </a:r>
          </a:p>
          <a:p>
            <a:pPr/>
            <a:r>
              <a:t>AI maps 'earnings' -&gt; 'revenue' automatically.</a:t>
            </a:r>
          </a:p>
          <a:p>
            <a:pPr/>
            <a:r>
              <a:t>Zero maintenance: New metrics are instantly available.</a:t>
            </a:r>
          </a:p>
          <a:p>
            <a:pPr/>
            <a:r>
              <a:t>Results: 100% coverage with 0 manual synonyms.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SQL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never writes raw SQL strings.</a:t>
            </a:r>
          </a:p>
          <a:p>
            <a:pPr/>
            <a:r>
              <a:t>System uses Parameterized Templates (Ranking, Trend, KPI).</a:t>
            </a:r>
          </a:p>
          <a:p>
            <a:pPr/>
            <a:r>
              <a:t>AST Validation: Final check for forbidden commands (e.g., DELETE).</a:t>
            </a:r>
          </a:p>
          <a:p>
            <a:pPr/>
            <a:r>
              <a:t>structural impossibility of SQL injection.</a:t>
            </a:r>
          </a:p>
          <a:p>
            <a:pPr/>
            <a:r>
              <a:t>Reliable output every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Widgets are first-class citizens.</a:t>
            </a:r>
          </a:p>
          <a:p>
            <a:pPr/>
            <a:r>
              <a:t>Saved with: Analysis Plan, SQL, Chart Settings.</a:t>
            </a:r>
          </a:p>
          <a:p>
            <a:pPr/>
            <a:r>
              <a:t>Reuse: System finds similar past widgets automatically.</a:t>
            </a:r>
          </a:p>
          <a:p>
            <a:pPr/>
            <a:r>
              <a:t>Refreshable: Data updates without asking the AI again.</a:t>
            </a:r>
          </a:p>
          <a:p>
            <a:pPr/>
            <a:r>
              <a:t>Premium UI: Glassmorphic and responsive.</a:t>
            </a:r>
          </a:p>
        </p:txBody>
      </p:sp>
      <p:pic>
        <p:nvPicPr>
          <p:cNvPr id="4" name="Picture 3" descr="safedash_dashboard_preview_1777290576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SafeDash Compares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systems only do Text-to-SQL (Spider/BIRD).</a:t>
            </a:r>
          </a:p>
          <a:p>
            <a:pPr/>
            <a:r>
              <a:t>Some only do Visualization (nl4dv).</a:t>
            </a:r>
          </a:p>
          <a:p>
            <a:pPr/>
            <a:r>
              <a:t>SafeDash covers the full pipeline: NL -&gt; SQL -&gt; Vis -&gt; Widget.</a:t>
            </a:r>
          </a:p>
          <a:p>
            <a:pPr/>
            <a:r>
              <a:t>First system to combine Semantic Layer + LLM + Persistence.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100-Query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Tested on real e-commerce data (nopCommerce).</a:t>
            </a:r>
          </a:p>
          <a:p>
            <a:pPr/>
            <a:r>
              <a:t>100% Execution Validity.</a:t>
            </a:r>
          </a:p>
          <a:p>
            <a:pPr/>
            <a:r>
              <a:t>100% Query Coverage.</a:t>
            </a:r>
          </a:p>
          <a:p>
            <a:pPr/>
            <a:r>
              <a:t>0% Unsafe Queries (Baseline AI was 4.0% unsafe).</a:t>
            </a:r>
          </a:p>
          <a:p>
            <a:pPr/>
            <a:r>
              <a:t>Zero manual synonyms required.</a:t>
            </a:r>
          </a:p>
        </p:txBody>
      </p:sp>
      <p:pic>
        <p:nvPicPr>
          <p:cNvPr id="4" name="Picture 3" descr="safedash_performance_chart_1777290651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for multi-turn conversations.</a:t>
            </a:r>
          </a:p>
          <a:p>
            <a:pPr/>
            <a:r>
              <a:t>Automated semantic layer expansion from query logs.</a:t>
            </a:r>
          </a:p>
          <a:p>
            <a:pPr/>
            <a:r>
              <a:t>Support for cross-entity causal analysis.</a:t>
            </a:r>
          </a:p>
          <a:p>
            <a:pPr/>
            <a:r>
              <a:t>Mobile dashboard companion app.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SafeDash makes reporting safe, accurate, and easy.</a:t>
            </a:r>
          </a:p>
          <a:p>
            <a:pPr/>
            <a:r>
              <a:t>System design &gt; Smarter AI for safety.</a:t>
            </a:r>
          </a:p>
          <a:p>
            <a:pPr/>
            <a:r>
              <a:t>Vocabulary injection removes the need for synonym lists.</a:t>
            </a:r>
          </a:p>
          <a:p>
            <a:pPr/>
            <a:r>
              <a:t>Widgets make analytics part of the daily workflow.</a:t>
            </a:r>
          </a:p>
          <a:p>
            <a:pPr/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